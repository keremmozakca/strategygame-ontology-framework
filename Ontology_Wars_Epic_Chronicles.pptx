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keremmozakca.github.io/StrategyGame-Ontology-Framework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keremmozakca/StrategyGame-Ontology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788670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E3B346D6-06A4-DAB0-D5D0-BFDC699D36ED}"/>
              </a:ext>
            </a:extLst>
          </p:cNvPr>
          <p:cNvSpPr txBox="1"/>
          <p:nvPr/>
        </p:nvSpPr>
        <p:spPr>
          <a:xfrm>
            <a:off x="4889500" y="7924800"/>
            <a:ext cx="6477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LISTENING!</a:t>
            </a:r>
          </a:p>
          <a:p>
            <a:pPr algn="ctr"/>
            <a:r>
              <a:rPr lang="tr-T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WIDOCO Link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Ontology Documentation generated by WIDOCO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keremmozakca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StrategyGame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-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Ontology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-Framework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</Words>
  <Application>Microsoft Office PowerPoint</Application>
  <PresentationFormat>Özel</PresentationFormat>
  <Paragraphs>3</Paragraphs>
  <Slides>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Kerem Özakça</cp:lastModifiedBy>
  <cp:revision>3</cp:revision>
  <dcterms:created xsi:type="dcterms:W3CDTF">2006-08-16T00:00:00Z</dcterms:created>
  <dcterms:modified xsi:type="dcterms:W3CDTF">2026-06-17T14:27:04Z</dcterms:modified>
</cp:coreProperties>
</file>